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Cold Storage &amp; Indoor Air Quality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IoT Telemetry &amp; Predictive Analytics</a:t>
            </a:r>
          </a:p>
          <a:p/>
          <a:p>
            <a:r>
              <a:t>Presented by:</a:t>
            </a:r>
          </a:p>
          <a:p>
            <a:r>
              <a:t>Nishant Raushan Sharma</a:t>
            </a:r>
          </a:p>
          <a:p>
            <a:r>
              <a:t>Vanisha Raj Tanwar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Cold storages require strict climatic control to prevent spoilage.</a:t>
            </a:r>
          </a:p>
          <a:p>
            <a:r>
              <a:t>Manual monitoring is error-prone and reactive.</a:t>
            </a:r>
          </a:p>
          <a:p>
            <a:r>
              <a:t>Toxic gas leaks pose immense safety and financial risks.</a:t>
            </a:r>
          </a:p>
          <a:p>
            <a:r>
              <a:t>Our Solution: Real-time telemetry via IoT Edge devices and Cloud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Predictive Insights: Alarms only trigger after threshold is crossed.</a:t>
            </a:r>
          </a:p>
          <a:p>
            <a:r>
              <a:t>Data Silos: Hardware alerts fail to notify stakeholders rapidly.</a:t>
            </a:r>
          </a:p>
          <a:p>
            <a:r>
              <a:t>Hardware Limitations: Low-end microcontrollers struggle to run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Synchronization: Sub-second streaming from Edge to Web.</a:t>
            </a:r>
          </a:p>
          <a:p>
            <a:r>
              <a:t>Predictive Hazard Modeling: Machine Learning to classify state.</a:t>
            </a:r>
          </a:p>
          <a:p>
            <a:r>
              <a:t>Scalable Architecture: Python FastAPI &amp; Docker for deployment.</a:t>
            </a:r>
          </a:p>
          <a:p>
            <a:r>
              <a:t>Centralized Dashboard: Live visualizations of sensor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Sensing Edge: ESP32 captures localized environmental data.</a:t>
            </a:r>
          </a:p>
          <a:p>
            <a:r>
              <a:t>Communication Layer: HTTP POST payload over Wi-Fi.</a:t>
            </a:r>
          </a:p>
          <a:p>
            <a:r>
              <a:t>Intelligent Cloud: FastAPI handles ML inference &amp; DB storage.</a:t>
            </a:r>
          </a:p>
          <a:p>
            <a:r>
              <a:t>Presentation Layer: Live dashboard rendering (WebSockets).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Module &amp;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DHT11 Sensor: Ambient Temperature (°C) &amp; Humidity (%).</a:t>
            </a:r>
          </a:p>
          <a:p>
            <a:r>
              <a:t>MQ-2 Sensor: Detects Smoke and combustible gases.</a:t>
            </a:r>
          </a:p>
          <a:p>
            <a:r>
              <a:t>MQ-135 Sensor: Air Quality (Ammonia, NOX, Benzene, CO2).</a:t>
            </a:r>
          </a:p>
          <a:p>
            <a:r>
              <a:t>Input Flow: Multi-sensor array -&gt; ESP32 API -&gt; JSON Payload.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Response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Actuators: Relays, LED, and Buzzer alerts.</a:t>
            </a:r>
          </a:p>
          <a:p>
            <a:r>
              <a:t>Live Visualizations: Real-time multi-dimensional charts.</a:t>
            </a:r>
          </a:p>
          <a:p>
            <a:r>
              <a:t>Predictive States: Binary classification (SAFE vs DANGER).</a:t>
            </a:r>
          </a:p>
          <a:p>
            <a:r>
              <a:t>Confidence Metrics: ML probability thresholds displayed dynamically.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Tier 1 (Perception Layer): ESP32 hardware scanning environment.</a:t>
            </a:r>
          </a:p>
          <a:p>
            <a:r>
              <a:t>Tier 2 (API &amp; ML): FastAPI Web Server + Scikit-Learn Model.</a:t>
            </a:r>
          </a:p>
          <a:p>
            <a:r>
              <a:t>Tier 3 (Client): JavaScript dashboard via WebSockets.</a:t>
            </a:r>
          </a:p>
          <a:p>
            <a:r>
              <a:t>DevOps: SQLite logging, wrapped in Docker, deployed to Railway.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ML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Synthesis: 17,500 rows of environmental sensor permutations.</a:t>
            </a:r>
          </a:p>
          <a:p>
            <a:r>
              <a:t>Preprocessing: Parameters sized via robust scaling methodology.</a:t>
            </a:r>
          </a:p>
          <a:p>
            <a:r>
              <a:t>Algorithm: Random Forest (Accuracy) / Logistic Regression (Speed).</a:t>
            </a:r>
          </a:p>
          <a:p>
            <a:r>
              <a:t>Inference Pipeline: Raw -&gt; Transformation -&gt; ML Weight Matrix -&gt; Probability.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Microcontroller: C++ via Arduino IDE, ArduinoJson.</a:t>
            </a:r>
          </a:p>
          <a:p>
            <a:r>
              <a:t>Backend Framework: Python 3, FastAPI, Uvicorn.</a:t>
            </a:r>
          </a:p>
          <a:p>
            <a:r>
              <a:t>ML Stack: Numpy, Pandas, Scikit-Learn.</a:t>
            </a:r>
          </a:p>
          <a:p>
            <a:r>
              <a:t>Frontend / Deployment: HTML5, Chart.js / Docker on Railway.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low-latency from hardware detection to global UI.</a:t>
            </a:r>
          </a:p>
          <a:p>
            <a:r>
              <a:t>98.42% predictive AUC accuracy achieved via Random Forest.</a:t>
            </a:r>
          </a:p>
          <a:p>
            <a:r>
              <a:t>Successful real-time plotting of 4 independent sensor streams.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Edge-Cloud Synergy: Bypasses ESP32 memory constraints.</a:t>
            </a:r>
          </a:p>
          <a:p>
            <a:r>
              <a:t>Platform Agnostic: Web-based dashboard from any device worldwide.</a:t>
            </a:r>
          </a:p>
          <a:p>
            <a:r>
              <a:t>High Extensibility: Decoupled sensor addition logic.</a:t>
            </a:r>
          </a:p>
          <a:p>
            <a:r>
              <a:t>Cost Effective: Built on affordable hardware and Open Source frameworks.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Dependency: If Wi-Fi goes down, cloud predictions halt.</a:t>
            </a:r>
          </a:p>
          <a:p>
            <a:r>
              <a:t>SQLite Constraints: Local DB lacks massive spatial scaling.</a:t>
            </a:r>
          </a:p>
          <a:p>
            <a:r>
              <a:t>Sensor Calibration: MQ sensors require periodic precision tuning.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TinyML (Edge AI): Native TensorFlow Lite Micro on ESP32.</a:t>
            </a:r>
          </a:p>
          <a:p>
            <a:r>
              <a:t>Enterprise Migration: Transition to managed PostgreSQL clusters.</a:t>
            </a:r>
          </a:p>
          <a:p>
            <a:r>
              <a:t>Computer Vision: Integrate ESP32-CAM for visual degradation analysis.</a:t>
            </a:r>
          </a:p>
          <a:p>
            <a:r>
              <a:t>Alert Integrations: Automated SMS/WhatsApp API warnings.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bridged physical hardware with modern cloud AI.</a:t>
            </a:r>
          </a:p>
          <a:p>
            <a:r>
              <a:t>Demonstrated democratization of predictive industrial telemetry.</a:t>
            </a:r>
          </a:p>
          <a:p>
            <a:r>
              <a:t>Produced an end-to-end blueprint for smart cold storage oversight.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Espressif Systems: ESP32 Technical Reference Manual.</a:t>
            </a:r>
          </a:p>
          <a:p>
            <a:r>
              <a:t>Pedregosa et al.: Scikit-learn Machine Learning in Python.</a:t>
            </a:r>
          </a:p>
          <a:p>
            <a:r>
              <a:t>FastAPI &amp; Uvicorn Framework Documentations.</a:t>
            </a:r>
          </a:p>
          <a:p>
            <a:r>
              <a:t>Chart.js Library API references.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